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a3b8c7e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a3b8c7e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a3b8c7e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4a3b8c7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d4a3b8c7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d4a3b8c7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00"/>
            <a:ext cx="4182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Модели и данные: форматы, артефакты и точки атаки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0" y="175323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Типы ML через призму безопасности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Мы не учим строить модели — мы учим понимать, как каждый тип ML создаёт свою поверхность атаки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5087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594360" y="22860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Supervised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4360" y="2606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Модель учится на размеченных данных: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вход → правильный ответ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" y="31089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Применение: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94360" y="32918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Антивирус, кредитный скоринг,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классификация изображений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31520" y="3703320"/>
            <a:ext cx="2103120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94360" y="3840480"/>
            <a:ext cx="2377440" cy="256032"/>
          </a:xfrm>
          <a:prstGeom prst="rect">
            <a:avLst/>
          </a:prstGeom>
          <a:solidFill>
            <a:srgbClr val="00D4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38404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⚡ Label Flipping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94360" y="4160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Атакующий меняет метки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модель учит «малварь = норма»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91840" y="1371600"/>
            <a:ext cx="2651760" cy="347472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291840" y="15087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3429000" y="22860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Unsupervised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429000" y="2606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Модель ищет паттерны в данных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без разметки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429000" y="31089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Применение: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429000" y="32918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Антифрод, кластеризация,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детекция аномалий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566160" y="3703320"/>
            <a:ext cx="2103120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429000" y="3840480"/>
            <a:ext cx="2377440" cy="256032"/>
          </a:xfrm>
          <a:prstGeom prst="rect">
            <a:avLst/>
          </a:prstGeom>
          <a:solidFill>
            <a:srgbClr val="A855F7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429000" y="38404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⚡ Data Poisoning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29000" y="4160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Мошеннические транзакции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«вливаются» в нормальный кластер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126480" y="1371600"/>
            <a:ext cx="2651760" cy="347472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126480" y="15087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RL / RLHF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Reinforcement / RLHF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263640" y="2606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Модель учится через награды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и обратную связь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263640" y="31089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Применение: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3640" y="32918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ChatGPT, AI-агенты,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robotics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800" y="3703320"/>
            <a:ext cx="2103120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263640" y="3840480"/>
            <a:ext cx="2377440" cy="256032"/>
          </a:xfrm>
          <a:prstGeom prst="rect">
            <a:avLst/>
          </a:prstGeom>
          <a:solidFill>
            <a:srgbClr val="FF6B3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263640" y="38404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⚡ Reward Hacking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63640" y="4160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Метрика «успеха» растёт,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реальный результат ухудшается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Supervised Learning → Label Flipping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КАК ЭТО РАБОТАЕТ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97280" y="14173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Сбор данных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97280" y="161848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Обучающий датасет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с метками: малварь / легитимный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097280" y="2194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Атакующий меняет метки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097280" y="239572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100 файлов малвари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помечены как «легитимные»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97280" y="297180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Обучение модели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97280" y="31729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Модель «учит»: эти файлы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малвари = нормальный софт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097280" y="37490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7280" y="395020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Антивирус пропускает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конкретный тип малвари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029200" y="114300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КЛЮЧЕВАЯ ОПАСНОСТЬ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29200" y="1417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Общая точность модели почти не меняется — падение на целевом классе незаметно при стандартном тестировании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29200" y="21031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Аналогия: отравить 100 таблеток из 10 000 — средняя проверка покажет «всё OK», но целевая жертва пострадает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54880" y="3246120"/>
            <a:ext cx="3931920" cy="15544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754880" y="324612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029200" y="33832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ДРУГИЕ ЦЕЛИ LABEL FLIPPING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29200" y="365760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• Кредитный скоринг — </a:t>
            </a: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одобрение мошеннических заявок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• Спам-фильтры — </a:t>
            </a: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фишинг проходит как легитимная почта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• Модерация контента — </a:t>
            </a: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запрещённый контент проходит фильтры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Poisoning и Reward Hacking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1005840"/>
            <a:ext cx="3931920" cy="37947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1143000" y="12344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Poisoning (сдвиг кластеров)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31520" y="16459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Unsupervised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31520" y="1965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Сценарий: антифрод-система банка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1. Система группирует транзакции по паттернам (кластеризация)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2. Атакующий постепенно добавляет мошеннические транзакции, похожие на легитимные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3. Кластер «нормальных» операций сдвигается и поглощает мошеннические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4. Система считает аномалии нормой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4206240"/>
            <a:ext cx="3474720" cy="365760"/>
          </a:xfrm>
          <a:prstGeom prst="rect">
            <a:avLst/>
          </a:prstGeom>
          <a:solidFill>
            <a:srgbClr val="EF4444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77240" y="4206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Результат: мошеннические переводы проходят без алертов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54880" y="1005840"/>
            <a:ext cx="3931920" cy="37947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440680" y="12344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Reward Hacking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029200" y="16459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Reinforcement Learning / RLHF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029200" y="1965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Сценарий: support-бот с RLHF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029200" y="22860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1. Метрика: «удовлетворённость клиента» (% положительных оценок)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2. Бот научился подавлять жалобы вместо решения проблем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3. Метрика «успеха» растёт — клиенты перестают жаловаться, но уходят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4. Если reward model скомпрометирована → safety guardrails отключены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29200" y="4206240"/>
            <a:ext cx="3474720" cy="365760"/>
          </a:xfrm>
          <a:prstGeom prst="rect">
            <a:avLst/>
          </a:prstGeom>
          <a:solidFill>
            <a:srgbClr val="EF4444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074920" y="4206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Результат: оптимизация метрики ≠ решение задачи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Взлом через fine-tuning: 100 примеров = полный обход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97280" y="868733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Исследование Princeton et 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Достаточно всего 10–100 специально подобранных примеров при fine-tuning,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чтобы полностью «снять» safety alignment с GPT-4-class модели.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При этом общая полезность модели не снижается — она продолжает отвечать на обычные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вопросы корректно. Просто теперь готова помогать и с вредоносными запросами.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0A2E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926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114300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До fine-tuning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«Не могу помочь с этим запросом»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3152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Safety alignment работает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2E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754880" y="2743200"/>
            <a:ext cx="3931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2926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544068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После 100 примеров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29200" y="3337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«Конечно, вот инструкция...»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Safety alignment снят 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6B3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💡  Аналогия: как перепрошивка замка — дверь выглядит так же, но открывается любым ключом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Модель как артефакт: форматы и риски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Формат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468880" y="1051560"/>
            <a:ext cx="1645920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468880" y="1051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Расширения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114800" y="1051560"/>
            <a:ext cx="2011680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11480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RCE при загрузке?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Рекомендация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1417320"/>
            <a:ext cx="201168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4864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468880" y="1417320"/>
            <a:ext cx="164592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560320" y="141732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.pt, .pkl, .bin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114800" y="1417320"/>
            <a:ext cx="201168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20624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⚠  ДА — критично!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126480" y="1417320"/>
            <a:ext cx="256032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217920" y="14173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Избегать. Сканировать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ModelScan / Picklescan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2011680"/>
            <a:ext cx="201168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8640" y="20116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SafeTensors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468880" y="2011680"/>
            <a:ext cx="16459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560320" y="201168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.safetensors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114800" y="2011680"/>
            <a:ext cx="201168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206240" y="20116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✅  НЕТ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126480" y="2011680"/>
            <a:ext cx="25603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217920" y="20116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Предпочтительный формат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(рекомендация HuggingFace)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2606040"/>
            <a:ext cx="201168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48640" y="26060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468880" y="2606040"/>
            <a:ext cx="164592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560320" y="26060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.onnx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0" y="2606040"/>
            <a:ext cx="201168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206240" y="26060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⚡  Низкий риск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126480" y="2606040"/>
            <a:ext cx="2560320" cy="59436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17920" y="26060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С проверкой.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Межплатформенный формат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" y="3200400"/>
            <a:ext cx="201168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48640" y="32004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GGUF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468880" y="3200400"/>
            <a:ext cx="16459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560320" y="32004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.gguf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114800" y="3200400"/>
            <a:ext cx="201168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206240" y="32004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✅  НЕТ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126480" y="3200400"/>
            <a:ext cx="25603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217920" y="32004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Для локального inference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(Ollama, llama.cpp)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2E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31520" y="41605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🔥  МАСШТАБ ПРОБЛЕМЫ: На HuggingFace к 2025 году обнаружено 100+ моделей с вредоносным Pickle-кодом.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Некоторые — с тысячами скачиваний. SafeTensors создан как ответ: только тензоры, без исполняемого кода.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Pickle: почему это опасно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Pickle — стандартный формат сериализации Python. Используется в PyTorch, scikit-learn, и тысячах библиотек.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31520" y="15087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КАК РАБОТАЕТ PICKLE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31520" y="182880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pickle.dump(obj, file)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Сериализует объект Python → байты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pickle.load(file)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Десериализует байты → объект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Проблема: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При десериализации Pickle вызывает метод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__reduce__()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который может выполнить ЛЮБУЮ функцию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Это не уязвимость — это by design!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Pickle задуман для выполнения кода при загрузке.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029200" y="15087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ЧТО МОЖЕТ СДЕЛАТЬ АТАКУЮЩИЙ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9019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5394960" y="1874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Reverse shell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394960" y="207568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Полный удалённый доступ к машине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4505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5394960" y="242316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Кража данных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394960" y="262432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Отправка файлов, ключей, токенов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9992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5394960" y="297180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Криптомайнер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394960" y="317296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Установка скрытого майнера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5478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5394960" y="352044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Бэкдор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394960" y="372160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Постоянный доступ даже после удаления модели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40965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5394960" y="406908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Lateral movement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394960" y="427024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Распространение по внутренней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Демо: Pickle RCE за 5 строк кода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914400"/>
            <a:ext cx="475488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57200" y="914400"/>
            <a:ext cx="4754880" cy="320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40080" y="914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exploit.py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31520" y="13716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pickle, 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31520" y="16459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31520" y="19202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Exploit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731520" y="21945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    def </a:t>
            </a:r>
            <a:r>
              <a:rPr b="0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__reduce__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31520" y="24688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        return 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(os.system,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227395" y="2468950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      ("echo PWNED",)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31520" y="3291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open(</a:t>
            </a:r>
            <a:r>
              <a:rPr b="0" i="0" lang="en-US" sz="12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"model.pt"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,"wb") </a:t>
            </a:r>
            <a:r>
              <a:rPr b="0" i="0" lang="en-US" sz="1200" u="none" cap="none" strike="noStrike">
                <a:solidFill>
                  <a:srgbClr val="A855F7"/>
                </a:solidFill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f: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31520" y="35661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8ECF2"/>
                </a:solidFill>
                <a:latin typeface="Consolas"/>
                <a:ea typeface="Consolas"/>
                <a:cs typeface="Consolas"/>
                <a:sym typeface="Consolas"/>
              </a:rPr>
              <a:t>    pickle.dump(Exploit(), 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ЧТО ПРОИСХОДИТ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0" y="137160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5486400" y="1371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943600" y="13716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__reduce__ вызывается автоматически при pickle.load()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0" y="205740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486400" y="20574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943600" y="20574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os.system() выполняет произвольную команду ОС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0" y="2743200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486400" y="27432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12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B1120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943600" y="27432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Замените echo на reverse shell — полноценный 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A2E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1097280" y="4206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Защита: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097280" y="44348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ModelScan и Picklescan проверяют Pickle-файлы на опасные вызовы до загрузки.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Используйте SafeTensors или GGUF. Всегда сканируйте модели перед запуском.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SafeTensors: архитектурное решение проблемы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2E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PICKLE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960120" y="16459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Выполняет произвольный Python-код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4008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60120" y="2103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100+ вредоносных моделей на HuggingFace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960120" y="2560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Не существует «безопасного» pickle.load()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60120" y="3017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Reverse shell при загрузке модели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60120" y="3474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Используется по умолчанию в PyTorch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0A2E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SAFETENSORS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93776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257800" y="16459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Только тензоры (числовые массивы)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93776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257800" y="2103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Физически не может содержать код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937760" y="2560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257800" y="2560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Создан HuggingFace как безопасная замена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937760" y="3017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257800" y="3017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Быстрая загрузка (memory-mapped)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937760" y="3474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257800" y="3474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Поддерживается всеми фреймворками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160525" y="2560325"/>
            <a:ext cx="649800" cy="690300"/>
          </a:xfrm>
          <a:prstGeom prst="ellipse">
            <a:avLst/>
          </a:prstGeom>
          <a:solidFill>
            <a:srgbClr val="0B1120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114725" y="2580900"/>
            <a:ext cx="7773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VS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2C55E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Переход на SafeTensors — один из редких случаев, когда индустрия нашла архитектурное решение проблемы безопасности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Supply Chain атаки на AI-инфраструктуру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457200" y="1005840"/>
            <a:ext cx="54864" cy="2103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КЕЙС: LiteLLM / Mercor — март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731520" y="1508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36%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731520" y="2011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облачных сред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используют LiteLLM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2743200" y="1508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~40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2743200" y="2011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минут вредоносный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код был доступен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754880" y="1508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1000+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754880" y="2011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SaaS-сред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скомпрометировано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766560" y="1508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4 ТБ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данных украдено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из Mercor ($10B)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31520" y="2651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Цепочка: Trivy → LiteLLM → KICS → тысячи компаний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57200" y="3337560"/>
            <a:ext cx="3931920" cy="15087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57200" y="3337560"/>
            <a:ext cx="54864" cy="1508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31520" y="34290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HuggingFace: вредоносные модели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31520" y="374904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100+ моделей с Pickle-эксплоитами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Некоторые имели тысячи скачиваний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Models = supply chain для 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754880" y="3337560"/>
            <a:ext cx="3931920" cy="15087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754880" y="333756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5029200" y="34290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Вредоносные MCP-серверы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029200" y="374904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Новый вектор 2025–2026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AI-агент подключается к «полезному» серверу,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который контролирует атакующий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Защита: инструменты и практики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3"/>
          <p:cNvSpPr/>
          <p:nvPr/>
        </p:nvSpPr>
        <p:spPr>
          <a:xfrm>
            <a:off x="1280160" y="1097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ModelScan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280160" y="13898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Сканер моделей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0" y="11430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Проверяет Pickle, H5, SavedModel на вредоносные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вызовы. Анализирует опкоды до загрузки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57200" y="2103120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3"/>
          <p:cNvSpPr/>
          <p:nvPr/>
        </p:nvSpPr>
        <p:spPr>
          <a:xfrm>
            <a:off x="1280160" y="2194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Picklescan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280160" y="2487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Сканер Pickle-файлов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572000" y="22402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Специализированный инструмент для Pickle.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Встроен в HuggingFace для автосканирования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128016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SafeTensors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280160" y="3584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Безопасный формат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572000" y="33375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Хранит только тензоры — архитектурно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не может содержать исполняемый код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457200" y="4160520"/>
            <a:ext cx="8229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31520" y="42519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ПРАКТИЧЕСКИЕ ПРАВИЛА: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Используйте SafeTensors/GGUF  •  Сканируйте ВСЕ модели перед загрузкой  •  Изолируйте среду загрузки (Docker/sandbox)  •  Проверяйте хеши моделей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0" name="Google Shape;3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4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4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