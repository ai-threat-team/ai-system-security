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8894b14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48894b14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48894b14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48894b149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d48894b149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d48894b149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5" y="1467600"/>
            <a:ext cx="4038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4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Карьера в AI Security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3520" y="175323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300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Окно возможностей — прямо сейчас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914400"/>
            <a:ext cx="2697480" cy="2194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109728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4757"/>
                </a:solidFill>
                <a:latin typeface="Trebuchet MS"/>
                <a:ea typeface="Trebuchet MS"/>
                <a:cs typeface="Trebuchet MS"/>
                <a:sym typeface="Trebuchet MS"/>
              </a:rPr>
              <a:t>14%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196596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организаций имеют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Security кадры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256032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86% — дефицит (WEF 2025)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46120" y="914400"/>
            <a:ext cx="2697480" cy="2194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246120" y="109728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+56%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246120" y="196596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AI-надбавка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 зарплате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46120" y="256032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PwC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126480" y="914400"/>
            <a:ext cx="2697480" cy="2194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126480" y="109728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+61%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126480" y="196596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рост AI-вакансий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 2024 год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126480" y="256032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Рекордный спрос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2DD4A8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65760" y="3383280"/>
            <a:ext cx="73152" cy="64008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40080" y="338328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Calibri"/>
                <a:ea typeface="Calibri"/>
                <a:cs typeface="Calibri"/>
                <a:sym typeface="Calibri"/>
              </a:rPr>
              <a:t>«AI Security специалист» — пока не стандартная вакансия. Вы создаёте рынок.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🔥 Факт: Microsoft создала AI Red Team ещё в 2018 году. За это время команда протестировала 100+ продуктов. Большинство компаний даже не начинали.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 ролей в AI Security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777240"/>
            <a:ext cx="4114800" cy="123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777240"/>
            <a:ext cx="54864" cy="12344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8686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4757"/>
                </a:solidFill>
                <a:latin typeface="Trebuchet MS"/>
                <a:ea typeface="Trebuchet MS"/>
                <a:cs typeface="Trebuchet MS"/>
                <a:sym typeface="Trebuchet MS"/>
              </a:rPr>
              <a:t>AI Red Teamer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1234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Запад: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$120–250K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468880" y="1234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РФ: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250–600K 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Вход из: </a:t>
            </a: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Пентест, ИБ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63440" y="777240"/>
            <a:ext cx="4114800" cy="123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63440" y="777240"/>
            <a:ext cx="54864" cy="1234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846320" y="8686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AI Security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846320" y="1234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Запад: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$143–205K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766560" y="1234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РФ: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300–550K 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Вход из: </a:t>
            </a: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AppSec, DevSec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65760" y="2194560"/>
            <a:ext cx="4114800" cy="123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2194560"/>
            <a:ext cx="54864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48640" y="22860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MLSecOps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2651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Запад: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$135–190K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468880" y="2651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РФ: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280–500K 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Вход из: </a:t>
            </a: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663440" y="2194560"/>
            <a:ext cx="4114800" cy="123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663440" y="2194560"/>
            <a:ext cx="54864" cy="1234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846320" y="22860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AI Governance Specialist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846320" y="2651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Запад: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$130–190K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766560" y="2651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РФ: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250–450K 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Вход из: </a:t>
            </a: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5760" y="3611880"/>
            <a:ext cx="4114800" cy="123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65760" y="3611880"/>
            <a:ext cx="54864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48640" y="3703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AI Penetration Tester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40690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Запад: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$115–180K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46888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РФ: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200–450K 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Вход из: </a:t>
            </a: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Пентест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63440" y="3611880"/>
            <a:ext cx="4114800" cy="123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663440" y="3611880"/>
            <a:ext cx="54864" cy="123444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846320" y="3703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Adversarial ML Researcher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846320" y="40690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Запад: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$140–220K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76656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РФ: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300–600K 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846320" y="4434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Вход из: </a:t>
            </a: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ML/DL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⭐ </a:t>
            </a:r>
            <a:r>
              <a:rPr b="1" lang="en-US" sz="28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Что</a:t>
            </a:r>
            <a:r>
              <a:rPr b="1" i="0" lang="en-US" sz="28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 вам не говорят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371600" y="1005840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Поле меняется невероятно быстро — непрерывное обучение обязательно. То, что актуально сегодня, может устареть через 3 месяца.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371600" y="2011680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Зарплаты в РФ ниже Запада — но рынок формируется, ранние специалисты получат преимущество первопроходцев.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371600" y="3017520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«AI Security специалист» — пока не стандартная вакансия. Вы не ищете рынок — вы его создаёте.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371600" y="4023360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Нужен И ML, И ИБ, И общая IT-база — сила на пересечении трёх дисциплин. Редкие комбинации = высокая ценность.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Лучшая стратегия входа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2DD4A8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40080" y="7772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Ваши навыки</a:t>
            </a:r>
            <a:r>
              <a:rPr b="0" i="0" lang="en-US" sz="16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  +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AI-экспертиза</a:t>
            </a:r>
            <a:r>
              <a:rPr b="0" i="0" lang="en-US" sz="16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  +  </a:t>
            </a:r>
            <a:r>
              <a:rPr b="1" i="0" lang="en-US" sz="16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Практика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CTF · Баг-баунти · Open-source · Публикации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5760" y="1920240"/>
            <a:ext cx="2697480" cy="2286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365760" y="1920240"/>
            <a:ext cx="2697480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365760" y="205740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CTF площадки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40080" y="251460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AI Village @ DEF CON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MLSEC.IO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Gandalf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Lakera 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291840" y="1920240"/>
            <a:ext cx="2697480" cy="2286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291840" y="192024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291840" y="205740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Баг-баунти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566160" y="251460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Anthropic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217920" y="1920240"/>
            <a:ext cx="2697480" cy="2286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217920" y="1920240"/>
            <a:ext cx="2697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217920" y="205740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Сертификации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92240" y="251460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CAISP ($1,099)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GIAC GMLE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AAISM (ISACA)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+ этот курс!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48640" y="438912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🔥 Факт: средний jailbreak занимает 42 секунды (Pillar Security). Уже после этого курса вы сможете проводить базовое тестирование AI-систем.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🔥 Факты, которые мотивируют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57200" y="777240"/>
            <a:ext cx="54864" cy="91440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9436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97280" y="8686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 2023 году Gandalf (Lakera) привлёк 2M+ игроков. Простая CTF-игра по jailbreak стала вирусной — доказав, что AI Security интересна массам.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097280" y="19202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OpenAI заплатила исследователям $325K+ через баг-баунти в 2024. Одна найденная уязвимость может принести $5–20K.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97280" y="29718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HiddenLayer привлёк $50M инвестиций в 2024 — один из крупнейших раундов в AI Security. Рынок растёт.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97280" y="40233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Anthropic (создатели Claude) нанимают AI Safety исследователей с зарплатой $300K+. Это одни из самых высокооплачиваемых позиций в tech.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ai_threat_team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